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66EC51-7386-42E0-1558-CAFAA4383D58}" v="261" dt="2025-09-16T00:36:22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7BAA1-1E59-45B7-BCD4-1032DFCFBD64}" type="datetimeFigureOut"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FA9A0-EC40-4076-A316-D7E71559B7A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53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Bullet points of any research needed. This is generally looking for open source options that does some or all of what you want your project to do.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List any resources that have been found, and bullet points of your evaluation of them.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You can have more than one slide for this if needed.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FA9A0-EC40-4076-A316-D7E71559B7AF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15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Copy and reformat from h4.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FA9A0-EC40-4076-A316-D7E71559B7AF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2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Copy and reformat from h4.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FA9A0-EC40-4076-A316-D7E71559B7AF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1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ECT 437</a:t>
            </a:r>
            <a:br>
              <a:rPr lang="en-US" dirty="0"/>
            </a:br>
            <a:r>
              <a:rPr lang="en-US" dirty="0"/>
              <a:t>h6 project pre-proposal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Wed, Sept 17, 2025</a:t>
            </a:r>
          </a:p>
          <a:p>
            <a:r>
              <a:rPr lang="en-US" i="1" dirty="0"/>
              <a:t>1:50</a:t>
            </a:r>
          </a:p>
          <a:p>
            <a:r>
              <a:rPr lang="en-US" i="1" dirty="0"/>
              <a:t>Tristian Lynch &amp; Michael </a:t>
            </a:r>
            <a:r>
              <a:rPr lang="en-US" i="1" dirty="0" err="1"/>
              <a:t>Fraezer</a:t>
            </a:r>
          </a:p>
          <a:p>
            <a:r>
              <a:rPr lang="en-US" i="1" dirty="0" err="1"/>
              <a:t>GameBoy</a:t>
            </a:r>
            <a:r>
              <a:rPr lang="en-US" i="1" dirty="0"/>
              <a:t> Emulator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1F02-1832-DCF9-DBA3-4A1B38C3E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41506-D6D2-1F0B-B235-ABAA4CDD0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Group members: Tristian Lynch &amp; Michael </a:t>
            </a:r>
            <a:r>
              <a:rPr lang="en-US" dirty="0" err="1"/>
              <a:t>Fraezer</a:t>
            </a:r>
          </a:p>
          <a:p>
            <a:r>
              <a:rPr lang="en-US" dirty="0"/>
              <a:t>Project title: </a:t>
            </a:r>
            <a:r>
              <a:rPr lang="en-US" dirty="0" err="1"/>
              <a:t>GameBoy</a:t>
            </a:r>
            <a:r>
              <a:rPr lang="en-US" dirty="0"/>
              <a:t> Emulator</a:t>
            </a:r>
          </a:p>
          <a:p>
            <a:r>
              <a:rPr lang="en-US" dirty="0"/>
              <a:t>Description in one sentence: Desktop Program that can run </a:t>
            </a:r>
            <a:r>
              <a:rPr lang="en-US" dirty="0" err="1"/>
              <a:t>GameBoy</a:t>
            </a:r>
            <a:r>
              <a:rPr lang="en-US" dirty="0"/>
              <a:t> </a:t>
            </a:r>
            <a:r>
              <a:rPr lang="en-US" dirty="0" err="1"/>
              <a:t>Roms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747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8CA49-BDAF-5BD3-C9BC-8555C627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54DA7-823C-D0C6-9D3A-1C736069D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GameBoy</a:t>
            </a:r>
            <a:r>
              <a:rPr lang="en-US" dirty="0"/>
              <a:t> CPU Manual: Opcodes, memory regions, and all necessary information regarding the </a:t>
            </a:r>
            <a:r>
              <a:rPr lang="en-US" dirty="0" err="1"/>
              <a:t>GameBoy</a:t>
            </a:r>
            <a:r>
              <a:rPr lang="en-US" dirty="0"/>
              <a:t> system.</a:t>
            </a:r>
          </a:p>
          <a:p>
            <a:r>
              <a:rPr lang="en-US" dirty="0"/>
              <a:t>Study of The Techniques for Emulation Programming: Common practices and a well organized research paper regarding Emulators.</a:t>
            </a:r>
          </a:p>
          <a:p>
            <a:r>
              <a:rPr lang="en-US" dirty="0"/>
              <a:t>Other Opensource Emulators such as </a:t>
            </a:r>
            <a:r>
              <a:rPr lang="en-US" dirty="0" err="1"/>
              <a:t>RetroArch</a:t>
            </a:r>
            <a:r>
              <a:rPr lang="en-US" dirty="0"/>
              <a:t> and </a:t>
            </a:r>
            <a:r>
              <a:rPr lang="en-US" dirty="0" err="1"/>
              <a:t>mGBA</a:t>
            </a:r>
            <a:r>
              <a:rPr lang="en-US" dirty="0"/>
              <a:t> can be good references.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77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8BB47-3EC1-1655-3A69-02848D44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42AB1-91AC-CA7E-72C6-F51880374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i="1" dirty="0"/>
              <a:t>Simple desktop UI with menus to...</a:t>
            </a:r>
            <a:endParaRPr lang="en-US" sz="2400" dirty="0"/>
          </a:p>
          <a:p>
            <a:r>
              <a:rPr lang="en-US" sz="2400" i="1" dirty="0"/>
              <a:t>Load ROM File</a:t>
            </a:r>
            <a:endParaRPr lang="en-US" sz="2400" dirty="0"/>
          </a:p>
          <a:p>
            <a:r>
              <a:rPr lang="en-US" sz="2400" i="1" dirty="0"/>
              <a:t>Reset/Quit</a:t>
            </a:r>
            <a:endParaRPr lang="en-US" sz="2400" dirty="0"/>
          </a:p>
          <a:p>
            <a:r>
              <a:rPr lang="en-US" sz="2400" i="1" dirty="0"/>
              <a:t>Configure Input Mapping</a:t>
            </a:r>
            <a:endParaRPr lang="en-US" sz="2400" dirty="0"/>
          </a:p>
          <a:p>
            <a:r>
              <a:rPr lang="en-US" sz="2400" i="1" dirty="0"/>
              <a:t>Perhaps statistics display for testing purposes. ( FPS / Latency ).</a:t>
            </a:r>
            <a:endParaRPr lang="en-US" sz="2400" dirty="0"/>
          </a:p>
          <a:p>
            <a:r>
              <a:rPr lang="en-US" sz="2400" i="1" dirty="0"/>
              <a:t>Window size will be scaled from original (160x144) to scaled to fit whatever size the user scales the window too.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01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F31B-A8BC-1F8F-9FCB-420295C7E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5E61E-09EF-9DBE-4B8C-4EF6AF75E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 i="1" dirty="0"/>
          </a:p>
          <a:p>
            <a:r>
              <a:rPr lang="en-US" sz="2400" i="1" dirty="0"/>
              <a:t>Language: Primary Candidates are C, C++, Rust, and Assembly. </a:t>
            </a:r>
            <a:endParaRPr lang="en-US" sz="2400" dirty="0"/>
          </a:p>
          <a:p>
            <a:r>
              <a:rPr lang="en-US" sz="2400" i="1" dirty="0"/>
              <a:t>Graphics &amp; Input Libraries: SDL (Simple Direct Media Layer) or SFML (</a:t>
            </a:r>
            <a:r>
              <a:rPr lang="en-US" sz="2400" dirty="0"/>
              <a:t>Simple and Fast Multimedia Library). SDL is older and has more documentation/tutorials. While SFML is more modern and some consider easier to learn.</a:t>
            </a:r>
          </a:p>
          <a:p>
            <a:r>
              <a:rPr lang="en-US" sz="2400" dirty="0"/>
              <a:t>Architecture: How will the emulation logic be split, sort of rough roadmap as to the order of things.</a:t>
            </a:r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856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6E8B-405D-C9D5-28BF-AFA038BCF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B6088-E94D-D953-CD1A-9357CC620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Accurately emulate the system.</a:t>
            </a:r>
          </a:p>
          <a:p>
            <a:r>
              <a:rPr lang="en-US" sz="2400" dirty="0"/>
              <a:t>Handle input ( Keyboard to emulation ).</a:t>
            </a:r>
          </a:p>
          <a:p>
            <a:r>
              <a:rPr lang="en-US" sz="2400" dirty="0"/>
              <a:t>Handle Graphics ( From the emulators memory, to the window).</a:t>
            </a:r>
          </a:p>
          <a:p>
            <a:r>
              <a:rPr lang="en-US" sz="2400" dirty="0"/>
              <a:t>Develop a Game Boy emulator capable of running official and homebrew ROMs. (FINAL)</a:t>
            </a:r>
          </a:p>
          <a:p>
            <a:r>
              <a:rPr lang="en-US" sz="2400" dirty="0"/>
              <a:t>Handle Sound ( Possibly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468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D422-CCB5-3CE6-C398-D893555F0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3BE30-3FF0-3B90-793C-F897FA3D3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074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/>
              <a:t>In Scope: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 dirty="0"/>
              <a:t>Emulation of Game Boy </a:t>
            </a:r>
            <a:r>
              <a:rPr lang="en-US" sz="2400" err="1"/>
              <a:t>Cpu</a:t>
            </a:r>
            <a:r>
              <a:rPr lang="en-US" sz="2400" dirty="0"/>
              <a:t>, memory, GPU, and sound.</a:t>
            </a:r>
          </a:p>
          <a:p>
            <a:pPr>
              <a:buFont typeface="Arial"/>
              <a:buChar char="•"/>
            </a:pPr>
            <a:r>
              <a:rPr lang="en-US" sz="2400" dirty="0"/>
              <a:t>Rom loading and execution</a:t>
            </a:r>
          </a:p>
          <a:p>
            <a:pPr>
              <a:buFont typeface="Arial"/>
              <a:buChar char="•"/>
            </a:pPr>
            <a:r>
              <a:rPr lang="en-US" sz="2400" dirty="0"/>
              <a:t>Input Configuration</a:t>
            </a:r>
          </a:p>
          <a:p>
            <a:pPr>
              <a:buFont typeface="Arial"/>
              <a:buChar char="•"/>
            </a:pPr>
            <a:r>
              <a:rPr lang="en-US" sz="2400" dirty="0"/>
              <a:t>Save/Load state</a:t>
            </a:r>
          </a:p>
          <a:p>
            <a:pPr>
              <a:buFont typeface="Arial"/>
              <a:buChar char="•"/>
            </a:pPr>
            <a:endParaRPr lang="en-US" sz="2400" dirty="0"/>
          </a:p>
          <a:p>
            <a:pPr marL="0" indent="0">
              <a:buNone/>
            </a:pPr>
            <a:r>
              <a:rPr lang="en-US" sz="2400"/>
              <a:t>Out Scope:</a:t>
            </a:r>
            <a:endParaRPr lang="en-US" sz="2400" dirty="0"/>
          </a:p>
          <a:p>
            <a:pPr>
              <a:buFont typeface="Arial"/>
              <a:buChar char="•"/>
            </a:pPr>
            <a:r>
              <a:rPr lang="en-US" sz="2400" dirty="0"/>
              <a:t>Gameboy Advanced/Gameboy Color, not to be supported. (Initially)</a:t>
            </a:r>
          </a:p>
          <a:p>
            <a:pPr>
              <a:buFont typeface="Arial"/>
              <a:buChar char="•"/>
            </a:pPr>
            <a:r>
              <a:rPr lang="en-US" sz="2400" dirty="0"/>
              <a:t>Link cable emulation</a:t>
            </a:r>
          </a:p>
          <a:p>
            <a:pPr>
              <a:buFont typeface="Arial"/>
              <a:buChar char="•"/>
            </a:pPr>
            <a:r>
              <a:rPr lang="en-US" sz="2400" dirty="0"/>
              <a:t>Cheat table menus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5356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BB6B-AF3B-CE44-D766-EDB1F8F1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99555-DD01-795E-B473-8A8CAE678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Desktop application ( Executable )</a:t>
            </a:r>
          </a:p>
          <a:p>
            <a:r>
              <a:rPr lang="en-US" sz="2400" dirty="0"/>
              <a:t>Source Code</a:t>
            </a:r>
          </a:p>
          <a:p>
            <a:r>
              <a:rPr lang="en-US" sz="2400" dirty="0"/>
              <a:t>Documentation explaining how to run and compile the source.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67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9EEF-B617-5505-5E3B-25714F0D4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DA9E-DCFC-24C4-1EFA-0A0B4442E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endParaRPr lang="en-US" sz="2400" dirty="0"/>
          </a:p>
          <a:p>
            <a:pPr marL="342900" indent="-342900"/>
            <a:r>
              <a:rPr lang="en-US" sz="2400" dirty="0"/>
              <a:t>The emulator can correctly run an official Game Boy ROM at the correct speed and with correct rendering.</a:t>
            </a:r>
            <a:endParaRPr lang="en-US"/>
          </a:p>
          <a:p>
            <a:r>
              <a:rPr lang="en-US" sz="2400" dirty="0"/>
              <a:t>User Input maps correctly to Game Boy controls</a:t>
            </a:r>
          </a:p>
          <a:p>
            <a:r>
              <a:rPr lang="en-US" sz="2400" dirty="0"/>
              <a:t>Graphic output matches original size and behavior of original Game Boy.</a:t>
            </a:r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58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546CA-62AC-B3AE-3709-33116A5C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0748A-DE84-A60E-18DD-77452CD2F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The developer ( This is serving primarily as a learning tool ).</a:t>
            </a:r>
          </a:p>
          <a:p>
            <a:r>
              <a:rPr lang="en-US" sz="2400" dirty="0"/>
              <a:t>Other people interested in learning emulation, or just another emulator to run games.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063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137F-3D59-AF67-65D6-9BDA98D7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79121-38CF-0692-EB1F-F72E0506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Game Boy CPU Manual</a:t>
            </a:r>
            <a:endParaRPr lang="en-US" u="sng" dirty="0"/>
          </a:p>
          <a:p>
            <a:r>
              <a:rPr lang="en-US" dirty="0"/>
              <a:t>Study of the techniques for emulation programming Research Paper From FIB UPC</a:t>
            </a:r>
            <a:endParaRPr lang="en-US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966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ECT 437 h6 project pre-proposal presentation</vt:lpstr>
      <vt:lpstr>Project Highlights</vt:lpstr>
      <vt:lpstr>Research</vt:lpstr>
      <vt:lpstr>User interface notes</vt:lpstr>
      <vt:lpstr>Important decisions</vt:lpstr>
      <vt:lpstr>Goals</vt:lpstr>
      <vt:lpstr>Scope</vt:lpstr>
      <vt:lpstr>Deliverables</vt:lpstr>
      <vt:lpstr>Success Criteria</vt:lpstr>
      <vt:lpstr>Stakeholders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102</cp:revision>
  <dcterms:created xsi:type="dcterms:W3CDTF">2025-09-10T16:41:43Z</dcterms:created>
  <dcterms:modified xsi:type="dcterms:W3CDTF">2025-09-17T17:35:16Z</dcterms:modified>
</cp:coreProperties>
</file>